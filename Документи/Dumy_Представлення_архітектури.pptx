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48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ДАНА · ПРОЄКТУВАННЯ АРХІТЕКТУРИ ТА ДАНИХ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1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Архітектурна схема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Триярусна архітектура (MVVM): WPF UI отримує дії користувача, передає їх у бізнес-логіку C#, яка звертається до локальної бази SQLite і повертає результат назад в інтерфейс.</a:t>
            </a:r>
            <a:endParaRPr lang="en-US" sz="1250" dirty="0"/>
          </a:p>
        </p:txBody>
      </p:sp>
      <p:pic>
        <p:nvPicPr>
          <p:cNvPr id="5" name="Image 0" descr="/home/claude/dumy_stage5/assets/arch-flow-cropp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10515600" cy="4187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Dumy — Проєктування архітектури та даних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48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ДАНА · ПРОЄКТУВАННЯ АРХІТЕКТУРИ ТА ДАНИХ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1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даних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сутності SQLite: UserProfile 1—* MoodEntry, UserProfile 1—* HabitLog, Practice 1—* MoodEntry (рекомендована практика, необов'язково).</a:t>
            </a:r>
            <a:endParaRPr lang="en-US" sz="1250" dirty="0"/>
          </a:p>
        </p:txBody>
      </p:sp>
      <p:pic>
        <p:nvPicPr>
          <p:cNvPr id="5" name="Image 0" descr="/home/claude/dumy_stage5/assets/class-diagram-cropp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10789920" cy="4261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Dumy — Проєктування архітектури та даних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2026-09-26T13:00:50Z</dcterms:created>
  <dcterms:modified xsi:type="dcterms:W3CDTF">2026-09-26T13:00:50Z</dcterms:modified>
</cp:coreProperties>
</file>